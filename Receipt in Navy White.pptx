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IBM Plex Serif Bold" charset="1" panose="02060803050406000203"/>
      <p:regular r:id="rId7"/>
    </p:embeddedFont>
    <p:embeddedFont>
      <p:font typeface="IBM Plex Serif" charset="1" panose="02060503050406000203"/>
      <p:regular r:id="rId8"/>
    </p:embeddedFont>
    <p:embeddedFont>
      <p:font typeface="ITC Franklin Gothic LT Semi-Bold" charset="1" panose="020B0704030502020204"/>
      <p:regular r:id="rId9"/>
    </p:embeddedFont>
    <p:embeddedFont>
      <p:font typeface="ITC Franklin Gothic LT" charset="1" panose="020B0504030503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0248" y="-412333"/>
            <a:ext cx="8710092" cy="2503946"/>
            <a:chOff x="0" y="0"/>
            <a:chExt cx="3121500" cy="897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1500" cy="897358"/>
            </a:xfrm>
            <a:custGeom>
              <a:avLst/>
              <a:gdLst/>
              <a:ahLst/>
              <a:cxnLst/>
              <a:rect r="r" b="b" t="t" l="l"/>
              <a:pathLst>
                <a:path h="897358" w="3121500">
                  <a:moveTo>
                    <a:pt x="0" y="0"/>
                  </a:moveTo>
                  <a:lnTo>
                    <a:pt x="3121500" y="0"/>
                  </a:lnTo>
                  <a:lnTo>
                    <a:pt x="3121500" y="897358"/>
                  </a:lnTo>
                  <a:lnTo>
                    <a:pt x="0" y="897358"/>
                  </a:lnTo>
                  <a:close/>
                </a:path>
              </a:pathLst>
            </a:custGeom>
            <a:solidFill>
              <a:srgbClr val="2438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121500" cy="89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980285" y="8586350"/>
            <a:ext cx="1823715" cy="0"/>
          </a:xfrm>
          <a:prstGeom prst="line">
            <a:avLst/>
          </a:prstGeom>
          <a:ln cap="rnd" w="9525">
            <a:solidFill>
              <a:srgbClr val="2B388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56000" y="3532727"/>
          <a:ext cx="6049857" cy="4263152"/>
        </p:xfrm>
        <a:graphic>
          <a:graphicData uri="http://schemas.openxmlformats.org/drawingml/2006/table">
            <a:tbl>
              <a:tblPr/>
              <a:tblGrid>
                <a:gridCol w="1507237"/>
                <a:gridCol w="1507237"/>
                <a:gridCol w="1507237"/>
                <a:gridCol w="1528144"/>
              </a:tblGrid>
              <a:tr h="7317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243849"/>
                          </a:solidFill>
                          <a:latin typeface="IBM Plex Serif Bold"/>
                          <a:ea typeface="IBM Plex Serif Bold"/>
                          <a:cs typeface="IBM Plex Serif Bold"/>
                          <a:sym typeface="IBM Plex Serif Bold"/>
                        </a:rPr>
                        <a:t>DESCRIPTION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243849"/>
                          </a:solidFill>
                          <a:latin typeface="IBM Plex Serif Bold"/>
                          <a:ea typeface="IBM Plex Serif Bold"/>
                          <a:cs typeface="IBM Plex Serif Bold"/>
                          <a:sym typeface="IBM Plex Serif Bold"/>
                        </a:rPr>
                        <a:t>QTY.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243849"/>
                          </a:solidFill>
                          <a:latin typeface="IBM Plex Serif Bold"/>
                          <a:ea typeface="IBM Plex Serif Bold"/>
                          <a:cs typeface="IBM Plex Serif Bold"/>
                          <a:sym typeface="IBM Plex Serif Bold"/>
                        </a:rPr>
                        <a:t>UNIT PRICE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243849"/>
                          </a:solidFill>
                          <a:latin typeface="IBM Plex Serif Bold"/>
                          <a:ea typeface="IBM Plex Serif Bold"/>
                          <a:cs typeface="IBM Plex Serif Bold"/>
                          <a:sym typeface="IBM Plex Serif Bold"/>
                        </a:rPr>
                        <a:t>TOTAL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7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Office Chair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1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1800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1800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6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6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Sub-total: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1800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5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TRANSPORT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150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7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VAT (15%)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Excl.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6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IBM Plex Serif Bold"/>
                          <a:ea typeface="IBM Plex Serif Bold"/>
                          <a:cs typeface="IBM Plex Serif Bold"/>
                          <a:sym typeface="IBM Plex Serif Bold"/>
                        </a:rPr>
                        <a:t>Total: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IBM Plex Serif"/>
                          <a:ea typeface="IBM Plex Serif"/>
                          <a:cs typeface="IBM Plex Serif"/>
                          <a:sym typeface="IBM Plex Serif"/>
                        </a:rPr>
                        <a:t>1800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43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flipH="true">
            <a:off x="4836704" y="7794640"/>
            <a:ext cx="0" cy="1468451"/>
          </a:xfrm>
          <a:prstGeom prst="line">
            <a:avLst/>
          </a:prstGeom>
          <a:ln cap="flat" w="38100">
            <a:solidFill>
              <a:srgbClr val="24384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-476760" y="9548841"/>
            <a:ext cx="8745458" cy="1465294"/>
            <a:chOff x="0" y="0"/>
            <a:chExt cx="3134175" cy="525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34175" cy="525128"/>
            </a:xfrm>
            <a:custGeom>
              <a:avLst/>
              <a:gdLst/>
              <a:ahLst/>
              <a:cxnLst/>
              <a:rect r="r" b="b" t="t" l="l"/>
              <a:pathLst>
                <a:path h="525128" w="3134175">
                  <a:moveTo>
                    <a:pt x="0" y="0"/>
                  </a:moveTo>
                  <a:lnTo>
                    <a:pt x="3134175" y="0"/>
                  </a:lnTo>
                  <a:lnTo>
                    <a:pt x="3134175" y="525128"/>
                  </a:lnTo>
                  <a:lnTo>
                    <a:pt x="0" y="525128"/>
                  </a:lnTo>
                  <a:close/>
                </a:path>
              </a:pathLst>
            </a:custGeom>
            <a:solidFill>
              <a:srgbClr val="24384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134175" cy="525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56000" y="10083637"/>
            <a:ext cx="6048000" cy="0"/>
          </a:xfrm>
          <a:prstGeom prst="line">
            <a:avLst/>
          </a:prstGeom>
          <a:ln cap="flat" w="9525">
            <a:solidFill>
              <a:srgbClr val="E6ED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76907" y="1286959"/>
            <a:ext cx="568119" cy="568119"/>
          </a:xfrm>
          <a:custGeom>
            <a:avLst/>
            <a:gdLst/>
            <a:ahLst/>
            <a:cxnLst/>
            <a:rect r="r" b="b" t="t" l="l"/>
            <a:pathLst>
              <a:path h="568119" w="568119">
                <a:moveTo>
                  <a:pt x="0" y="0"/>
                </a:moveTo>
                <a:lnTo>
                  <a:pt x="568119" y="0"/>
                </a:lnTo>
                <a:lnTo>
                  <a:pt x="568119" y="568119"/>
                </a:lnTo>
                <a:lnTo>
                  <a:pt x="0" y="568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56000" y="332138"/>
            <a:ext cx="6049857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>
                <a:solidFill>
                  <a:srgbClr val="E6EDED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Payment Receipt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6907" y="2324350"/>
            <a:ext cx="14417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RECEIPT NO.: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7731" y="8105338"/>
            <a:ext cx="1700016" cy="18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PAYMENT METHOD: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6907" y="3038725"/>
            <a:ext cx="14417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DATE: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6907" y="2562475"/>
            <a:ext cx="14417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RECEIVED FROM: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7731" y="8343463"/>
            <a:ext cx="170001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NO.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6907" y="2800600"/>
            <a:ext cx="14417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ADDRESS: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6000" y="8581588"/>
            <a:ext cx="1701747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NAME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02479" y="2295775"/>
            <a:ext cx="314730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#LCC-1800-06-R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81572" y="8076763"/>
            <a:ext cx="141599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 spc="-31">
                <a:solidFill>
                  <a:srgbClr val="243849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MOMO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02479" y="3010150"/>
            <a:ext cx="314730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3/8/2023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63459" y="2543425"/>
            <a:ext cx="40873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 spc="-31">
                <a:solidFill>
                  <a:srgbClr val="243849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VINEYARD HOSPITAL</a:t>
            </a:r>
          </a:p>
          <a:p>
            <a:pPr algn="l">
              <a:lnSpc>
                <a:spcPts val="1440"/>
              </a:lnSpc>
            </a:pPr>
          </a:p>
          <a:p>
            <a:pPr algn="l">
              <a:lnSpc>
                <a:spcPts val="144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581572" y="8314888"/>
            <a:ext cx="141599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 spc="-31">
                <a:solidFill>
                  <a:srgbClr val="243849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0546309080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02479" y="2772025"/>
            <a:ext cx="314730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 spc="-31">
                <a:solidFill>
                  <a:srgbClr val="243849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BBAWKU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5500" y="1521703"/>
            <a:ext cx="316821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 spc="72">
                <a:solidFill>
                  <a:srgbClr val="E6EDE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Accra</a:t>
            </a:r>
          </a:p>
          <a:p>
            <a:pPr algn="l" marL="0" indent="0" lvl="0">
              <a:lnSpc>
                <a:spcPts val="1200"/>
              </a:lnSpc>
              <a:spcBef>
                <a:spcPct val="0"/>
              </a:spcBef>
            </a:pPr>
            <a:r>
              <a:rPr lang="en-US" sz="1000" spc="72">
                <a:solidFill>
                  <a:srgbClr val="E6EDE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Tabora-Chantan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5500" y="1300519"/>
            <a:ext cx="288164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  <a:spcBef>
                <a:spcPct val="0"/>
              </a:spcBef>
            </a:pPr>
            <a:r>
              <a:rPr lang="en-US" b="true" sz="1200" spc="86">
                <a:solidFill>
                  <a:srgbClr val="E6EDED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LUXURY CARPET AND CHAIRS</a:t>
            </a:r>
          </a:p>
        </p:txBody>
      </p:sp>
      <p:sp>
        <p:nvSpPr>
          <p:cNvPr name="AutoShape 29" id="29"/>
          <p:cNvSpPr/>
          <p:nvPr/>
        </p:nvSpPr>
        <p:spPr>
          <a:xfrm>
            <a:off x="2570400" y="5346000"/>
            <a:ext cx="2419200" cy="0"/>
          </a:xfrm>
          <a:prstGeom prst="line">
            <a:avLst/>
          </a:prstGeom>
          <a:ln cap="flat" w="38100">
            <a:solidFill>
              <a:srgbClr val="2B38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2602479" y="8545588"/>
            <a:ext cx="1701747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b="true" sz="1200" spc="-31">
                <a:solidFill>
                  <a:srgbClr val="243849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BISMARK MANKATA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DAHDhXKFnIs</dc:identifier>
  <dcterms:modified xsi:type="dcterms:W3CDTF">2011-08-01T06:04:30Z</dcterms:modified>
  <cp:revision>1</cp:revision>
  <dc:title>Filipino SMB Freelancer Receipt in Navy White Casual Corporate Style PH Business Document</dc:title>
</cp:coreProperties>
</file>